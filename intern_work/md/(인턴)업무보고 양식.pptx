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media/image5.png" ContentType="image/png"/>
  <Override PartName="/ppt/media/image4.jpeg" ContentType="image/jpeg"/>
  <Override PartName="/ppt/media/image3.png" ContentType="image/png"/>
  <Override PartName="/ppt/media/image1.jpeg" ContentType="image/jpeg"/>
  <Override PartName="/ppt/media/image2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ko-KR" sz="1800" spc="-1" strike="noStrike">
                <a:solidFill>
                  <a:srgbClr val="000000"/>
                </a:solidFill>
                <a:latin typeface="맑은 고딕"/>
              </a:rPr>
              <a:t>Click to move the slide</a:t>
            </a:r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AE35FF4B-764A-4319-95BA-9010A58B1AC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88FF5975-69A9-4AB8-944B-5DEE1DE89913}" type="slidenum">
              <a:rPr b="0" lang="en-US" sz="1200" spc="-1" strike="noStrike">
                <a:solidFill>
                  <a:srgbClr val="000000"/>
                </a:solidFill>
                <a:latin typeface="굴림"/>
                <a:ea typeface="굴림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Img"/>
          </p:nvPr>
        </p:nvSpPr>
        <p:spPr>
          <a:xfrm>
            <a:off x="1147680" y="685800"/>
            <a:ext cx="4568400" cy="3427200"/>
          </a:xfrm>
          <a:prstGeom prst="rect">
            <a:avLst/>
          </a:prstGeom>
        </p:spPr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913320" y="4343040"/>
            <a:ext cx="5030640" cy="411480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  <p:sp>
        <p:nvSpPr>
          <p:cNvPr id="113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DF02BB6E-B94C-498B-BAA7-A840995111F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  <p:sp>
        <p:nvSpPr>
          <p:cNvPr id="116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B17245CA-8ECD-4FCA-91F7-E4AE5D9B8ED0}" type="slidenum">
              <a:rPr b="0" lang="en-US" sz="1200" spc="-1" strike="noStrike">
                <a:solidFill>
                  <a:srgbClr val="000000"/>
                </a:solidFill>
                <a:latin typeface="굴림"/>
                <a:ea typeface="굴림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  <p:sp>
        <p:nvSpPr>
          <p:cNvPr id="119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D823DB1E-60FB-4675-83A2-6892974DB2F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  <p:sp>
        <p:nvSpPr>
          <p:cNvPr id="122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3D1E2B45-0831-4406-9E28-D86CDF470895}" type="slidenum">
              <a:rPr b="0" lang="en-US" sz="1200" spc="-1" strike="noStrike">
                <a:solidFill>
                  <a:srgbClr val="000000"/>
                </a:solidFill>
                <a:latin typeface="굴림"/>
                <a:ea typeface="굴림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마스터 </a:t>
            </a: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</a:t>
            </a: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스타일 </a:t>
            </a: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편집</a:t>
            </a:r>
            <a:endParaRPr b="0" lang="ko-KR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B07D4D97-46AC-4A56-8F21-002ED7535497}" type="datetime">
              <a:rPr b="0" lang="en-US" sz="1200" spc="-1" strike="noStrike">
                <a:solidFill>
                  <a:srgbClr val="8b8b8b"/>
                </a:solidFill>
                <a:latin typeface="맑은 고딕"/>
              </a:rPr>
              <a:t>7/8/20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C224785-3D6B-473D-9461-125999FA3E46}" type="slidenum">
              <a:rPr b="0" lang="en-US" sz="1200" spc="-1" strike="noStrike">
                <a:solidFill>
                  <a:srgbClr val="8b8b8b"/>
                </a:solidFill>
                <a:latin typeface="맑은 고딕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Click to edit the outline text format</a:t>
            </a:r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Second Outline Level</a:t>
            </a:r>
            <a:endParaRPr b="0" lang="ko-KR" sz="24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Third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Fourth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Fifth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Sixth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Seventh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914364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2" name="그림 2" descr=""/>
          <p:cNvPicPr/>
          <p:nvPr/>
        </p:nvPicPr>
        <p:blipFill>
          <a:blip r:embed="rId3"/>
          <a:stretch/>
        </p:blipFill>
        <p:spPr>
          <a:xfrm>
            <a:off x="8310600" y="220680"/>
            <a:ext cx="507600" cy="277560"/>
          </a:xfrm>
          <a:prstGeom prst="rect">
            <a:avLst/>
          </a:prstGeom>
          <a:ln>
            <a:noFill/>
          </a:ln>
        </p:spPr>
      </p:pic>
      <p:sp>
        <p:nvSpPr>
          <p:cNvPr id="43" name="CustomShape 2"/>
          <p:cNvSpPr/>
          <p:nvPr/>
        </p:nvSpPr>
        <p:spPr>
          <a:xfrm>
            <a:off x="0" y="625320"/>
            <a:ext cx="9143640" cy="45720"/>
          </a:xfrm>
          <a:prstGeom prst="rect">
            <a:avLst/>
          </a:prstGeom>
          <a:solidFill>
            <a:srgbClr val="b9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4" name="그림 4" descr=""/>
          <p:cNvPicPr/>
          <p:nvPr/>
        </p:nvPicPr>
        <p:blipFill>
          <a:blip r:embed="rId4"/>
          <a:stretch/>
        </p:blipFill>
        <p:spPr>
          <a:xfrm>
            <a:off x="417600" y="658800"/>
            <a:ext cx="2987280" cy="344160"/>
          </a:xfrm>
          <a:prstGeom prst="rect">
            <a:avLst/>
          </a:prstGeom>
          <a:ln>
            <a:noFill/>
          </a:ln>
        </p:spPr>
      </p:pic>
      <p:sp>
        <p:nvSpPr>
          <p:cNvPr id="45" name="PlaceHolder 3"/>
          <p:cNvSpPr>
            <a:spLocks noGrp="1"/>
          </p:cNvSpPr>
          <p:nvPr>
            <p:ph type="sldNum"/>
          </p:nvPr>
        </p:nvSpPr>
        <p:spPr>
          <a:xfrm>
            <a:off x="7010280" y="649296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49628C5-0290-4037-B283-0DD331A7C458}" type="slidenum">
              <a:rPr b="0" lang="en-US" sz="1200" spc="-1" strike="noStrike">
                <a:solidFill>
                  <a:srgbClr val="8b8b8b"/>
                </a:solidFill>
                <a:latin typeface="맑은 고딕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ko-KR" sz="1800" spc="-1" strike="noStrike">
                <a:solidFill>
                  <a:srgbClr val="000000"/>
                </a:solidFill>
                <a:latin typeface="맑은 고딕"/>
              </a:rPr>
              <a:t>Click to edit the title text format</a:t>
            </a:r>
            <a:endParaRPr b="0" lang="ko-KR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Click to edit the outline text format</a:t>
            </a:r>
            <a:endParaRPr b="0" lang="ko-KR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Second Outline Level</a:t>
            </a:r>
            <a:endParaRPr b="0" lang="ko-KR" sz="24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Third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Fourth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Fifth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Sixth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Seventh Outline Level</a:t>
            </a:r>
            <a:endParaRPr b="0" lang="ko-KR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그림 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</p:pic>
      <p:sp>
        <p:nvSpPr>
          <p:cNvPr id="91" name="CustomShape 1"/>
          <p:cNvSpPr/>
          <p:nvPr/>
        </p:nvSpPr>
        <p:spPr>
          <a:xfrm>
            <a:off x="6840" y="1783440"/>
            <a:ext cx="7389720" cy="1719000"/>
          </a:xfrm>
          <a:prstGeom prst="rect">
            <a:avLst/>
          </a:prstGeom>
          <a:solidFill>
            <a:srgbClr val="c0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6840" y="1908720"/>
            <a:ext cx="7630560" cy="1468800"/>
          </a:xfrm>
          <a:prstGeom prst="rect">
            <a:avLst/>
          </a:prstGeom>
          <a:noFill/>
          <a:ln>
            <a:noFill/>
          </a:ln>
          <a:effectLst>
            <a:outerShdw algn="ctr" dir="2700000" dist="35921" rotWithShape="0">
              <a:schemeClr val="tx1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ts val="5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Arial"/>
              </a:rPr>
              <a:t>업무진행상황 보고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93" name="그림 5" descr=""/>
          <p:cNvPicPr/>
          <p:nvPr/>
        </p:nvPicPr>
        <p:blipFill>
          <a:blip r:embed="rId2"/>
          <a:stretch/>
        </p:blipFill>
        <p:spPr>
          <a:xfrm>
            <a:off x="4211640" y="5946840"/>
            <a:ext cx="720360" cy="391680"/>
          </a:xfrm>
          <a:prstGeom prst="rect">
            <a:avLst/>
          </a:prstGeom>
          <a:ln>
            <a:noFill/>
          </a:ln>
        </p:spPr>
      </p:pic>
      <p:sp>
        <p:nvSpPr>
          <p:cNvPr id="94" name="CustomShape 3"/>
          <p:cNvSpPr/>
          <p:nvPr/>
        </p:nvSpPr>
        <p:spPr>
          <a:xfrm>
            <a:off x="6516360" y="5623560"/>
            <a:ext cx="237600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작성자 </a:t>
            </a: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: </a:t>
            </a: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김용준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   </a:t>
            </a: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일자 </a:t>
            </a: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: 2020.07.10</a:t>
            </a:r>
            <a:endParaRPr b="0" lang="en-US" sz="1600" spc="-1" strike="noStrike">
              <a:latin typeface="Arial"/>
            </a:endParaRP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맑은 고딕"/>
              </a:rPr>
              <a:t>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TI chip sdk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설치 및 개발 환경 구성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_Texas Instruments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사의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TDA2PX evm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보드를 받아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u-boot image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와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kernel, rootfs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을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build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해 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porting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을 시도</a:t>
            </a: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._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참고자료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Linux/VisionSDK_Linux_UserGuide (most important)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https://www.ti.com/tool/TDA2PXEVM - TDA2Px-ACD CPU EVM Board User`s Guide (Rev.A)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VisionSDK_DataSheet.pdf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b8b8b"/>
                </a:solidFill>
                <a:latin typeface="맑은 고딕"/>
              </a:rPr>
              <a:t>UserGuides/VisionSDK_UserGuide_TDA2px.pdf</a:t>
            </a: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Times New Roman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Times New Roman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248400" y="100080"/>
            <a:ext cx="8311320" cy="39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수행 업무 요약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97" name="CustomShape 3"/>
          <p:cNvSpPr/>
          <p:nvPr/>
        </p:nvSpPr>
        <p:spPr>
          <a:xfrm>
            <a:off x="7010280" y="6492960"/>
            <a:ext cx="2133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r">
              <a:lnSpc>
                <a:spcPct val="100000"/>
              </a:lnSpc>
            </a:pPr>
            <a:fld id="{D136D13B-DAE0-4284-8468-7FDD0AA1A316}" type="slidenum">
              <a:rPr b="1" lang="en-US" sz="1200" spc="-1" strike="noStrike">
                <a:solidFill>
                  <a:srgbClr val="8b8b8b"/>
                </a:solidFill>
                <a:latin typeface="HY견고딕"/>
                <a:ea typeface="HY견고딕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98" name="CustomShape 4"/>
          <p:cNvSpPr/>
          <p:nvPr/>
        </p:nvSpPr>
        <p:spPr>
          <a:xfrm>
            <a:off x="7010280" y="6492960"/>
            <a:ext cx="2133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r">
              <a:lnSpc>
                <a:spcPct val="100000"/>
              </a:lnSpc>
            </a:pPr>
            <a:fld id="{E354A1AF-F2C7-4259-8D04-D772BC333D5E}" type="slidenum">
              <a:rPr b="1" lang="en-US" sz="1200" spc="-1" strike="noStrike">
                <a:solidFill>
                  <a:srgbClr val="8b8b8b"/>
                </a:solidFill>
                <a:latin typeface="HY견고딕"/>
                <a:ea typeface="HY견고딕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0" y="5587920"/>
            <a:ext cx="9143640" cy="1197720"/>
          </a:xfrm>
          <a:prstGeom prst="round2DiagRect">
            <a:avLst>
              <a:gd name="adj1" fmla="val 5230"/>
              <a:gd name="adj2" fmla="val 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CustomShape 2"/>
          <p:cNvSpPr/>
          <p:nvPr/>
        </p:nvSpPr>
        <p:spPr>
          <a:xfrm>
            <a:off x="248400" y="100080"/>
            <a:ext cx="8311320" cy="39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수행 업무 요약</a:t>
            </a:r>
            <a:endParaRPr b="0" lang="en-US" sz="26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248400" y="100080"/>
            <a:ext cx="8311320" cy="39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개선한 점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아이디어 제시 등</a:t>
            </a:r>
            <a:endParaRPr b="0" lang="en-US" sz="26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7010280" y="64929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D70C004C-FA47-436B-93EA-0AD65BA40B5F}" type="slidenum">
              <a:rPr b="1" lang="en-US" sz="1200" spc="-1" strike="noStrike">
                <a:solidFill>
                  <a:srgbClr val="8b8b8b"/>
                </a:solidFill>
                <a:latin typeface="HY견고딕"/>
                <a:ea typeface="HY견고딕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248400" y="100080"/>
            <a:ext cx="8311320" cy="39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향후 계획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1299600" y="610560"/>
            <a:ext cx="117612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향후 계획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5" name="CustomShape 4"/>
          <p:cNvSpPr/>
          <p:nvPr/>
        </p:nvSpPr>
        <p:spPr>
          <a:xfrm>
            <a:off x="7010280" y="6492960"/>
            <a:ext cx="2133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r">
              <a:lnSpc>
                <a:spcPct val="100000"/>
              </a:lnSpc>
            </a:pPr>
            <a:fld id="{210FADD7-C2BD-4F8D-877B-D5566504191F}" type="slidenum">
              <a:rPr b="1" lang="en-US" sz="1200" spc="-1" strike="noStrike">
                <a:solidFill>
                  <a:srgbClr val="8b8b8b"/>
                </a:solidFill>
                <a:latin typeface="HY견고딕"/>
                <a:ea typeface="HY견고딕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106" name="CustomShape 5"/>
          <p:cNvSpPr/>
          <p:nvPr/>
        </p:nvSpPr>
        <p:spPr>
          <a:xfrm>
            <a:off x="7010280" y="6492960"/>
            <a:ext cx="2133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r">
              <a:lnSpc>
                <a:spcPct val="100000"/>
              </a:lnSpc>
            </a:pPr>
            <a:fld id="{2CFF6699-3C92-4620-B1F6-69839AF63C9A}" type="slidenum">
              <a:rPr b="1" lang="en-US" sz="1200" spc="-1" strike="noStrike">
                <a:solidFill>
                  <a:srgbClr val="8b8b8b"/>
                </a:solidFill>
                <a:latin typeface="HY견고딕"/>
                <a:ea typeface="HY견고딕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971640" y="242100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감사합니다</a:t>
            </a: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ko-KR" sz="4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LibreOffice/6.0.7.3$Linux_X86_64 LibreOffice_project/00m0$Build-3</Application>
  <Words>36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2018-10-10T07:22:20Z</dcterms:created>
  <dc:creator>Windows 사용자</dc:creator>
  <dc:description/>
  <dc:language>en-US</dc:language>
  <cp:lastModifiedBy/>
  <dcterms:modified xsi:type="dcterms:W3CDTF">2020-07-08T16:56:42Z</dcterms:modified>
  <cp:revision>3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5</vt:i4>
  </property>
  <property fmtid="{D5CDD505-2E9C-101B-9397-08002B2CF9AE}" pid="8" name="PresentationFormat">
    <vt:lpwstr>화면 슬라이드 쇼(4:3)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6</vt:i4>
  </property>
</Properties>
</file>