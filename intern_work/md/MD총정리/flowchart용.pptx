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0" r:id="rId1"/>
  </p:sldMasterIdLst>
  <p:notesMasterIdLst>
    <p:notesMasterId r:id="rId4"/>
  </p:notesMasterIdLst>
  <p:sldIdLst>
    <p:sldId id="269" r:id="rId2"/>
    <p:sldId id="270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FD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굴림"/>
              </a:rPr>
              <a:t>슬라이드를 이동하려면 클릭하십시오.</a:t>
            </a:r>
          </a:p>
        </p:txBody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굴림"/>
              </a:rPr>
              <a:t>메모 서식을 편집하려면 클릭하십시오.</a:t>
            </a:r>
          </a:p>
        </p:txBody>
      </p:sp>
      <p:sp>
        <p:nvSpPr>
          <p:cNvPr id="20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바탕"/>
              </a:rPr>
              <a:t> </a:t>
            </a:r>
          </a:p>
        </p:txBody>
      </p:sp>
      <p:sp>
        <p:nvSpPr>
          <p:cNvPr id="209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바탕"/>
              </a:rPr>
              <a:t> </a:t>
            </a:r>
          </a:p>
        </p:txBody>
      </p:sp>
      <p:sp>
        <p:nvSpPr>
          <p:cNvPr id="210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바탕"/>
              </a:rPr>
              <a:t> </a:t>
            </a:r>
          </a:p>
        </p:txBody>
      </p:sp>
      <p:sp>
        <p:nvSpPr>
          <p:cNvPr id="211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E4E8C03-C69E-43F5-BCA9-B3A602E48DAA}" type="slidenum">
              <a:rPr lang="en-US" sz="1400" b="0" strike="noStrike" spc="-1">
                <a:latin typeface="바탕"/>
              </a:rPr>
              <a:t>‹#›</a:t>
            </a:fld>
            <a:endParaRPr lang="en-US" sz="1400" b="0" strike="noStrike" spc="-1">
              <a:latin typeface="바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160" cy="4111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굴림"/>
            </a:endParaRPr>
          </a:p>
        </p:txBody>
      </p:sp>
      <p:sp>
        <p:nvSpPr>
          <p:cNvPr id="289" name="CustomShape 3"/>
          <p:cNvSpPr/>
          <p:nvPr/>
        </p:nvSpPr>
        <p:spPr>
          <a:xfrm>
            <a:off x="3884760" y="8685360"/>
            <a:ext cx="2968560" cy="45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7638211-BFE9-430A-A5A3-2773CEBA0588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974631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68825" cy="3425825"/>
          </a:xfrm>
          <a:prstGeom prst="rect">
            <a:avLst/>
          </a:prstGeom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3160" cy="4111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굴림"/>
            </a:endParaRPr>
          </a:p>
        </p:txBody>
      </p:sp>
      <p:sp>
        <p:nvSpPr>
          <p:cNvPr id="289" name="CustomShape 3"/>
          <p:cNvSpPr/>
          <p:nvPr/>
        </p:nvSpPr>
        <p:spPr>
          <a:xfrm>
            <a:off x="3884760" y="8685360"/>
            <a:ext cx="2968560" cy="45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7638211-BFE9-430A-A5A3-2773CEBA0588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2</a:t>
            </a:fld>
            <a:endParaRPr lang="en-US" sz="1200" b="0" strike="noStrike" spc="-1">
              <a:latin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302196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0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0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0" y="0"/>
            <a:ext cx="9140760" cy="681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65" name="그림 2"/>
          <p:cNvPicPr/>
          <p:nvPr/>
        </p:nvPicPr>
        <p:blipFill>
          <a:blip r:embed="rId15"/>
          <a:stretch/>
        </p:blipFill>
        <p:spPr>
          <a:xfrm>
            <a:off x="8310600" y="220680"/>
            <a:ext cx="504720" cy="274680"/>
          </a:xfrm>
          <a:prstGeom prst="rect">
            <a:avLst/>
          </a:prstGeom>
          <a:ln>
            <a:noFill/>
          </a:ln>
        </p:spPr>
      </p:pic>
      <p:sp>
        <p:nvSpPr>
          <p:cNvPr id="166" name="CustomShape 2"/>
          <p:cNvSpPr/>
          <p:nvPr/>
        </p:nvSpPr>
        <p:spPr>
          <a:xfrm>
            <a:off x="0" y="625320"/>
            <a:ext cx="9140760" cy="42840"/>
          </a:xfrm>
          <a:prstGeom prst="rect">
            <a:avLst/>
          </a:prstGeom>
          <a:solidFill>
            <a:srgbClr val="B90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67" name="그림 4"/>
          <p:cNvPicPr/>
          <p:nvPr/>
        </p:nvPicPr>
        <p:blipFill>
          <a:blip r:embed="rId16"/>
          <a:stretch/>
        </p:blipFill>
        <p:spPr>
          <a:xfrm>
            <a:off x="417600" y="658800"/>
            <a:ext cx="2984400" cy="341280"/>
          </a:xfrm>
          <a:prstGeom prst="rect">
            <a:avLst/>
          </a:prstGeom>
          <a:ln>
            <a:noFill/>
          </a:ln>
        </p:spPr>
      </p:pic>
      <p:sp>
        <p:nvSpPr>
          <p:cNvPr id="168" name="PlaceHolder 3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굴림"/>
              </a:rPr>
              <a:t>제목 텍스트의 서식을 편집하려면 클릭하십시오.</a:t>
            </a:r>
          </a:p>
        </p:txBody>
      </p:sp>
      <p:sp>
        <p:nvSpPr>
          <p:cNvPr id="169" name="PlaceHolder 4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굴림"/>
              </a:rPr>
              <a:t>개요 텍스트의 서식을 편집하려면 클릭하십시오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굴림"/>
              </a:rPr>
              <a:t>2번째 개요 수준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굴림"/>
              </a:rPr>
              <a:t>3번째 개요 수준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굴림"/>
              </a:rPr>
              <a:t>4번째 개요 수준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굴림"/>
              </a:rPr>
              <a:t>5번째 개요 수준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굴림"/>
              </a:rPr>
              <a:t>6번째 개요 수준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굴림"/>
              </a:rPr>
              <a:t>7번째 개요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203723" y="2317994"/>
            <a:ext cx="1731264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err="1"/>
              <a:t>chains_main.c</a:t>
            </a:r>
            <a:endParaRPr lang="en-US" altLang="ko-KR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502171" y="3412742"/>
            <a:ext cx="1731264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err="1"/>
              <a:t>chains_main_linux_iss.c</a:t>
            </a:r>
            <a:endParaRPr lang="en-US" altLang="ko-KR" dirty="0"/>
          </a:p>
        </p:txBody>
      </p:sp>
      <p:cxnSp>
        <p:nvCxnSpPr>
          <p:cNvPr id="49" name="직선 화살표 연결선 48"/>
          <p:cNvCxnSpPr>
            <a:stCxn id="45" idx="1"/>
            <a:endCxn id="9" idx="3"/>
          </p:cNvCxnSpPr>
          <p:nvPr/>
        </p:nvCxnSpPr>
        <p:spPr>
          <a:xfrm flipH="1" flipV="1">
            <a:off x="3233435" y="3869942"/>
            <a:ext cx="517166" cy="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2" idx="2"/>
            <a:endCxn id="9" idx="1"/>
          </p:cNvCxnSpPr>
          <p:nvPr/>
        </p:nvCxnSpPr>
        <p:spPr>
          <a:xfrm rot="16200000" flipH="1">
            <a:off x="966989" y="3334760"/>
            <a:ext cx="637548" cy="432816"/>
          </a:xfrm>
          <a:prstGeom prst="bentConnector2">
            <a:avLst/>
          </a:prstGeom>
          <a:ln w="50800">
            <a:solidFill>
              <a:schemeClr val="accent3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/>
        </p:nvGrpSpPr>
        <p:grpSpPr>
          <a:xfrm>
            <a:off x="6347496" y="1690591"/>
            <a:ext cx="1665888" cy="4966241"/>
            <a:chOff x="6344256" y="1007839"/>
            <a:chExt cx="1762252" cy="5480884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344256" y="5578560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dirty="0" err="1"/>
                <a:t>srv_calibration</a:t>
              </a:r>
              <a:endParaRPr lang="en-US" altLang="ko-KR" dirty="0"/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6344256" y="3292584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000" dirty="0" smtClean="0"/>
                <a:t>iss_multi_cam_isp_sgx</a:t>
              </a:r>
              <a:r>
                <a:rPr lang="en-US" altLang="ko-KR" dirty="0" smtClean="0"/>
                <a:t>2mp_3d_srv_adaptive</a:t>
              </a:r>
              <a:endParaRPr lang="en-US" altLang="ko-KR" dirty="0"/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6344256" y="2150827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000" dirty="0" smtClean="0"/>
                <a:t>iss_multi_cam_isp_sgx</a:t>
              </a:r>
              <a:r>
                <a:rPr lang="en-US" altLang="ko-KR" dirty="0" smtClean="0"/>
                <a:t>2mp_3d_srv</a:t>
              </a:r>
              <a:endParaRPr lang="en-US" altLang="ko-KR" dirty="0"/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6344256" y="4435572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000" dirty="0" smtClean="0"/>
                <a:t>iss_multi_cam_isp_sgx</a:t>
              </a:r>
              <a:r>
                <a:rPr lang="en-US" altLang="ko-KR" dirty="0" smtClean="0"/>
                <a:t>3d_srv_display</a:t>
              </a:r>
              <a:endParaRPr lang="en-US" altLang="ko-KR" dirty="0"/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6344256" y="1007839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dirty="0" err="1"/>
                <a:t>iss_capture_isp_display</a:t>
              </a:r>
              <a:endParaRPr lang="en-US" altLang="ko-KR" dirty="0"/>
            </a:p>
          </p:txBody>
        </p:sp>
      </p:grpSp>
      <p:sp>
        <p:nvSpPr>
          <p:cNvPr id="45" name="모서리가 둥근 직사각형 44"/>
          <p:cNvSpPr/>
          <p:nvPr/>
        </p:nvSpPr>
        <p:spPr>
          <a:xfrm>
            <a:off x="3750601" y="3412743"/>
            <a:ext cx="1731264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Chains_Ctrl</a:t>
            </a:r>
            <a:endParaRPr lang="ko-KR" altLang="en-US" dirty="0"/>
          </a:p>
        </p:txBody>
      </p:sp>
      <p:cxnSp>
        <p:nvCxnSpPr>
          <p:cNvPr id="38" name="꺾인 연결선 37"/>
          <p:cNvCxnSpPr>
            <a:stCxn id="45" idx="3"/>
            <a:endCxn id="40" idx="1"/>
          </p:cNvCxnSpPr>
          <p:nvPr/>
        </p:nvCxnSpPr>
        <p:spPr>
          <a:xfrm>
            <a:off x="5481865" y="3869943"/>
            <a:ext cx="865631" cy="1338875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45" idx="3"/>
            <a:endCxn id="11" idx="1"/>
          </p:cNvCxnSpPr>
          <p:nvPr/>
        </p:nvCxnSpPr>
        <p:spPr>
          <a:xfrm>
            <a:off x="5481865" y="3869943"/>
            <a:ext cx="865631" cy="2374539"/>
          </a:xfrm>
          <a:prstGeom prst="bentConnector3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45" idx="3"/>
            <a:endCxn id="16" idx="1"/>
          </p:cNvCxnSpPr>
          <p:nvPr/>
        </p:nvCxnSpPr>
        <p:spPr>
          <a:xfrm>
            <a:off x="5481865" y="3869943"/>
            <a:ext cx="865631" cy="303211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45" idx="3"/>
            <a:endCxn id="17" idx="1"/>
          </p:cNvCxnSpPr>
          <p:nvPr/>
        </p:nvCxnSpPr>
        <p:spPr>
          <a:xfrm flipV="1">
            <a:off x="5481865" y="3138606"/>
            <a:ext cx="865631" cy="731337"/>
          </a:xfrm>
          <a:prstGeom prst="bentConnector3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45" idx="3"/>
            <a:endCxn id="43" idx="1"/>
          </p:cNvCxnSpPr>
          <p:nvPr/>
        </p:nvCxnSpPr>
        <p:spPr>
          <a:xfrm flipV="1">
            <a:off x="5481865" y="2102942"/>
            <a:ext cx="865631" cy="1767001"/>
          </a:xfrm>
          <a:prstGeom prst="bentConnector3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618702" y="717806"/>
            <a:ext cx="2350964" cy="1142988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Menu</a:t>
            </a:r>
            <a:endParaRPr lang="ko-KR" altLang="en-US" dirty="0"/>
          </a:p>
        </p:txBody>
      </p:sp>
      <p:sp>
        <p:nvSpPr>
          <p:cNvPr id="71" name="모서리가 둥근 직사각형 70"/>
          <p:cNvSpPr/>
          <p:nvPr/>
        </p:nvSpPr>
        <p:spPr>
          <a:xfrm>
            <a:off x="5914680" y="717806"/>
            <a:ext cx="2350964" cy="1142988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Usecases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952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203723" y="2317994"/>
            <a:ext cx="1731264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err="1"/>
              <a:t>chains_main.c</a:t>
            </a:r>
            <a:endParaRPr lang="en-US" altLang="ko-KR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1502171" y="3412742"/>
            <a:ext cx="1731264" cy="9144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dirty="0" err="1"/>
              <a:t>chains_main_linux_iss.c</a:t>
            </a:r>
            <a:endParaRPr lang="en-US" altLang="ko-KR" dirty="0"/>
          </a:p>
        </p:txBody>
      </p:sp>
      <p:cxnSp>
        <p:nvCxnSpPr>
          <p:cNvPr id="49" name="직선 화살표 연결선 48"/>
          <p:cNvCxnSpPr>
            <a:stCxn id="45" idx="1"/>
            <a:endCxn id="9" idx="3"/>
          </p:cNvCxnSpPr>
          <p:nvPr/>
        </p:nvCxnSpPr>
        <p:spPr>
          <a:xfrm flipH="1" flipV="1">
            <a:off x="3233435" y="3869942"/>
            <a:ext cx="517166" cy="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2" idx="2"/>
            <a:endCxn id="9" idx="1"/>
          </p:cNvCxnSpPr>
          <p:nvPr/>
        </p:nvCxnSpPr>
        <p:spPr>
          <a:xfrm rot="16200000" flipH="1">
            <a:off x="966989" y="3334760"/>
            <a:ext cx="637548" cy="432816"/>
          </a:xfrm>
          <a:prstGeom prst="bentConnector2">
            <a:avLst/>
          </a:prstGeom>
          <a:ln w="50800">
            <a:solidFill>
              <a:schemeClr val="accent3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/>
        </p:nvGrpSpPr>
        <p:grpSpPr>
          <a:xfrm>
            <a:off x="6347496" y="1690591"/>
            <a:ext cx="1665888" cy="4966241"/>
            <a:chOff x="6344256" y="1007839"/>
            <a:chExt cx="1762252" cy="5480884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344256" y="5578560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dirty="0" err="1"/>
                <a:t>srv_calibration</a:t>
              </a:r>
              <a:endParaRPr lang="en-US" altLang="ko-KR" dirty="0"/>
            </a:p>
          </p:txBody>
        </p:sp>
        <p:sp>
          <p:nvSpPr>
            <p:cNvPr id="16" name="모서리가 둥근 직사각형 15"/>
            <p:cNvSpPr/>
            <p:nvPr/>
          </p:nvSpPr>
          <p:spPr>
            <a:xfrm>
              <a:off x="6344256" y="3292584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000" dirty="0" smtClean="0"/>
                <a:t>iss_multi_cam_isp_sgx</a:t>
              </a:r>
              <a:r>
                <a:rPr lang="en-US" altLang="ko-KR" dirty="0" smtClean="0"/>
                <a:t>2mp_3d_srv_adaptive</a:t>
              </a:r>
              <a:endParaRPr lang="en-US" altLang="ko-KR" dirty="0"/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6344256" y="2150827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000" dirty="0" smtClean="0"/>
                <a:t>iss_multi_cam_isp_sgx</a:t>
              </a:r>
              <a:r>
                <a:rPr lang="en-US" altLang="ko-KR" dirty="0" smtClean="0"/>
                <a:t>2mp_3d_srv</a:t>
              </a:r>
              <a:endParaRPr lang="en-US" altLang="ko-KR" dirty="0"/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6344256" y="4435572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sz="1000" dirty="0" smtClean="0"/>
                <a:t>iss_multi_cam_isp_sgx</a:t>
              </a:r>
              <a:r>
                <a:rPr lang="en-US" altLang="ko-KR" dirty="0" smtClean="0"/>
                <a:t>3d_srv_display</a:t>
              </a:r>
              <a:endParaRPr lang="en-US" altLang="ko-KR" dirty="0"/>
            </a:p>
          </p:txBody>
        </p:sp>
        <p:sp>
          <p:nvSpPr>
            <p:cNvPr id="43" name="모서리가 둥근 직사각형 42"/>
            <p:cNvSpPr/>
            <p:nvPr/>
          </p:nvSpPr>
          <p:spPr>
            <a:xfrm>
              <a:off x="6344256" y="1007839"/>
              <a:ext cx="1762252" cy="910163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dirty="0" err="1"/>
                <a:t>iss_capture_isp_display</a:t>
              </a:r>
              <a:endParaRPr lang="en-US" altLang="ko-KR" dirty="0"/>
            </a:p>
          </p:txBody>
        </p:sp>
      </p:grpSp>
      <p:sp>
        <p:nvSpPr>
          <p:cNvPr id="45" name="모서리가 둥근 직사각형 44"/>
          <p:cNvSpPr/>
          <p:nvPr/>
        </p:nvSpPr>
        <p:spPr>
          <a:xfrm>
            <a:off x="3750601" y="3412743"/>
            <a:ext cx="1731264" cy="9144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Chains_Ctrl</a:t>
            </a:r>
            <a:endParaRPr lang="ko-KR" altLang="en-US" dirty="0"/>
          </a:p>
        </p:txBody>
      </p:sp>
      <p:cxnSp>
        <p:nvCxnSpPr>
          <p:cNvPr id="38" name="꺾인 연결선 37"/>
          <p:cNvCxnSpPr>
            <a:stCxn id="45" idx="3"/>
            <a:endCxn id="40" idx="1"/>
          </p:cNvCxnSpPr>
          <p:nvPr/>
        </p:nvCxnSpPr>
        <p:spPr>
          <a:xfrm>
            <a:off x="5481865" y="3869943"/>
            <a:ext cx="865631" cy="1338875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45" idx="3"/>
            <a:endCxn id="11" idx="1"/>
          </p:cNvCxnSpPr>
          <p:nvPr/>
        </p:nvCxnSpPr>
        <p:spPr>
          <a:xfrm>
            <a:off x="5481865" y="3869943"/>
            <a:ext cx="865631" cy="2374539"/>
          </a:xfrm>
          <a:prstGeom prst="bentConnector3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45" idx="3"/>
            <a:endCxn id="16" idx="1"/>
          </p:cNvCxnSpPr>
          <p:nvPr/>
        </p:nvCxnSpPr>
        <p:spPr>
          <a:xfrm>
            <a:off x="5481865" y="3869943"/>
            <a:ext cx="865631" cy="303211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꺾인 연결선 56"/>
          <p:cNvCxnSpPr>
            <a:stCxn id="45" idx="3"/>
            <a:endCxn id="17" idx="1"/>
          </p:cNvCxnSpPr>
          <p:nvPr/>
        </p:nvCxnSpPr>
        <p:spPr>
          <a:xfrm flipV="1">
            <a:off x="5481865" y="3138606"/>
            <a:ext cx="865631" cy="731337"/>
          </a:xfrm>
          <a:prstGeom prst="bentConnector3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45" idx="3"/>
            <a:endCxn id="43" idx="1"/>
          </p:cNvCxnSpPr>
          <p:nvPr/>
        </p:nvCxnSpPr>
        <p:spPr>
          <a:xfrm flipV="1">
            <a:off x="5481865" y="2102942"/>
            <a:ext cx="865631" cy="1767001"/>
          </a:xfrm>
          <a:prstGeom prst="bentConnector3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618702" y="442122"/>
            <a:ext cx="2350964" cy="1142988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Menu</a:t>
            </a:r>
            <a:endParaRPr lang="ko-KR" altLang="en-US" dirty="0"/>
          </a:p>
        </p:txBody>
      </p:sp>
      <p:sp>
        <p:nvSpPr>
          <p:cNvPr id="71" name="모서리가 둥근 직사각형 70"/>
          <p:cNvSpPr/>
          <p:nvPr/>
        </p:nvSpPr>
        <p:spPr>
          <a:xfrm>
            <a:off x="5914680" y="442122"/>
            <a:ext cx="2350964" cy="1142988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Usecases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528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652</TotalTime>
  <Words>22</Words>
  <Application>Microsoft Office PowerPoint</Application>
  <PresentationFormat>화면 슬라이드 쇼(4:3)</PresentationFormat>
  <Paragraphs>22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DejaVu Sans</vt:lpstr>
      <vt:lpstr>굴림</vt:lpstr>
      <vt:lpstr>바탕</vt:lpstr>
      <vt:lpstr>Arial</vt:lpstr>
      <vt:lpstr>Symbol</vt:lpstr>
      <vt:lpstr>Wingdings</vt:lpstr>
      <vt:lpstr>Office Theme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Windows 사용자</dc:creator>
  <dc:description/>
  <cp:lastModifiedBy>Windows 사용자</cp:lastModifiedBy>
  <cp:revision>103</cp:revision>
  <dcterms:created xsi:type="dcterms:W3CDTF">2018-10-10T07:22:20Z</dcterms:created>
  <dcterms:modified xsi:type="dcterms:W3CDTF">2020-08-14T07:43:26Z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5</vt:i4>
  </property>
  <property fmtid="{D5CDD505-2E9C-101B-9397-08002B2CF9AE}" pid="8" name="PresentationFormat">
    <vt:lpwstr>화면 슬라이드 쇼(4:3)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